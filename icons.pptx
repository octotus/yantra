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 Sivaraman" userId="db3b63fa5e1798fe" providerId="LiveId" clId="{2C95A400-E513-4485-AA2C-5CCF8AFCF871}"/>
    <pc:docChg chg="undo custSel addSld modSld">
      <pc:chgData name="Karthi Sivaraman" userId="db3b63fa5e1798fe" providerId="LiveId" clId="{2C95A400-E513-4485-AA2C-5CCF8AFCF871}" dt="2026-06-10T01:44:35.672" v="145" actId="20577"/>
      <pc:docMkLst>
        <pc:docMk/>
      </pc:docMkLst>
      <pc:sldChg chg="addSp delSp modSp mod">
        <pc:chgData name="Karthi Sivaraman" userId="db3b63fa5e1798fe" providerId="LiveId" clId="{2C95A400-E513-4485-AA2C-5CCF8AFCF871}" dt="2026-06-10T01:25:10.009" v="57" actId="20577"/>
        <pc:sldMkLst>
          <pc:docMk/>
          <pc:sldMk cId="81122880" sldId="256"/>
        </pc:sldMkLst>
        <pc:spChg chg="mod topLvl">
          <ac:chgData name="Karthi Sivaraman" userId="db3b63fa5e1798fe" providerId="LiveId" clId="{2C95A400-E513-4485-AA2C-5CCF8AFCF871}" dt="2026-06-10T01:21:35.712" v="12" actId="164"/>
          <ac:spMkLst>
            <pc:docMk/>
            <pc:sldMk cId="81122880" sldId="256"/>
            <ac:spMk id="7" creationId="{5D27D361-7B13-A52C-8D48-4D8532E55F16}"/>
          </ac:spMkLst>
        </pc:spChg>
        <pc:spChg chg="mod topLvl">
          <ac:chgData name="Karthi Sivaraman" userId="db3b63fa5e1798fe" providerId="LiveId" clId="{2C95A400-E513-4485-AA2C-5CCF8AFCF871}" dt="2026-06-10T01:21:35.712" v="12" actId="164"/>
          <ac:spMkLst>
            <pc:docMk/>
            <pc:sldMk cId="81122880" sldId="256"/>
            <ac:spMk id="8" creationId="{C9C8E37A-760E-EEBB-08FA-538235727A18}"/>
          </ac:spMkLst>
        </pc:spChg>
        <pc:spChg chg="mod topLvl">
          <ac:chgData name="Karthi Sivaraman" userId="db3b63fa5e1798fe" providerId="LiveId" clId="{2C95A400-E513-4485-AA2C-5CCF8AFCF871}" dt="2026-06-10T01:21:35.712" v="12" actId="164"/>
          <ac:spMkLst>
            <pc:docMk/>
            <pc:sldMk cId="81122880" sldId="256"/>
            <ac:spMk id="9" creationId="{4102EC5B-8A82-660B-7AEA-11143460AE63}"/>
          </ac:spMkLst>
        </pc:spChg>
        <pc:spChg chg="mod topLvl">
          <ac:chgData name="Karthi Sivaraman" userId="db3b63fa5e1798fe" providerId="LiveId" clId="{2C95A400-E513-4485-AA2C-5CCF8AFCF871}" dt="2026-06-10T01:21:35.712" v="12" actId="164"/>
          <ac:spMkLst>
            <pc:docMk/>
            <pc:sldMk cId="81122880" sldId="256"/>
            <ac:spMk id="10" creationId="{8C80F2B0-DB7F-7790-3321-76CEA1851175}"/>
          </ac:spMkLst>
        </pc:spChg>
        <pc:spChg chg="mod topLvl">
          <ac:chgData name="Karthi Sivaraman" userId="db3b63fa5e1798fe" providerId="LiveId" clId="{2C95A400-E513-4485-AA2C-5CCF8AFCF871}" dt="2026-06-10T01:21:35.712" v="12" actId="164"/>
          <ac:spMkLst>
            <pc:docMk/>
            <pc:sldMk cId="81122880" sldId="256"/>
            <ac:spMk id="11" creationId="{036C48CC-2602-6394-1C86-22D8578D76D3}"/>
          </ac:spMkLst>
        </pc:spChg>
        <pc:spChg chg="mod topLvl">
          <ac:chgData name="Karthi Sivaraman" userId="db3b63fa5e1798fe" providerId="LiveId" clId="{2C95A400-E513-4485-AA2C-5CCF8AFCF871}" dt="2026-06-10T01:21:35.712" v="12" actId="164"/>
          <ac:spMkLst>
            <pc:docMk/>
            <pc:sldMk cId="81122880" sldId="256"/>
            <ac:spMk id="14" creationId="{BA66D4B9-4C05-294B-8935-C10170C8E78B}"/>
          </ac:spMkLst>
        </pc:spChg>
        <pc:spChg chg="mod topLvl">
          <ac:chgData name="Karthi Sivaraman" userId="db3b63fa5e1798fe" providerId="LiveId" clId="{2C95A400-E513-4485-AA2C-5CCF8AFCF871}" dt="2026-06-10T01:21:35.712" v="12" actId="164"/>
          <ac:spMkLst>
            <pc:docMk/>
            <pc:sldMk cId="81122880" sldId="256"/>
            <ac:spMk id="15" creationId="{DF69683E-996E-BC9E-8031-88EB7E4C2994}"/>
          </ac:spMkLst>
        </pc:spChg>
        <pc:spChg chg="mod topLvl">
          <ac:chgData name="Karthi Sivaraman" userId="db3b63fa5e1798fe" providerId="LiveId" clId="{2C95A400-E513-4485-AA2C-5CCF8AFCF871}" dt="2026-06-10T01:21:35.712" v="12" actId="164"/>
          <ac:spMkLst>
            <pc:docMk/>
            <pc:sldMk cId="81122880" sldId="256"/>
            <ac:spMk id="16" creationId="{CBDE3A57-CC11-4194-4528-4A580E61FCB6}"/>
          </ac:spMkLst>
        </pc:spChg>
        <pc:spChg chg="mod topLvl">
          <ac:chgData name="Karthi Sivaraman" userId="db3b63fa5e1798fe" providerId="LiveId" clId="{2C95A400-E513-4485-AA2C-5CCF8AFCF871}" dt="2026-06-10T01:21:35.712" v="12" actId="164"/>
          <ac:spMkLst>
            <pc:docMk/>
            <pc:sldMk cId="81122880" sldId="256"/>
            <ac:spMk id="17" creationId="{E50734BF-6FC3-EA8E-C459-A7F0025072DE}"/>
          </ac:spMkLst>
        </pc:spChg>
        <pc:spChg chg="mod topLvl">
          <ac:chgData name="Karthi Sivaraman" userId="db3b63fa5e1798fe" providerId="LiveId" clId="{2C95A400-E513-4485-AA2C-5CCF8AFCF871}" dt="2026-06-10T01:21:35.712" v="12" actId="164"/>
          <ac:spMkLst>
            <pc:docMk/>
            <pc:sldMk cId="81122880" sldId="256"/>
            <ac:spMk id="18" creationId="{6B038E16-70D1-F2AD-0BD8-75E3462E3D3A}"/>
          </ac:spMkLst>
        </pc:spChg>
        <pc:spChg chg="add mod">
          <ac:chgData name="Karthi Sivaraman" userId="db3b63fa5e1798fe" providerId="LiveId" clId="{2C95A400-E513-4485-AA2C-5CCF8AFCF871}" dt="2026-06-10T01:25:10.009" v="57" actId="20577"/>
          <ac:spMkLst>
            <pc:docMk/>
            <pc:sldMk cId="81122880" sldId="256"/>
            <ac:spMk id="21" creationId="{35C38513-FC13-D06E-4DF3-FF1F2AFD3B73}"/>
          </ac:spMkLst>
        </pc:spChg>
        <pc:grpChg chg="add mod">
          <ac:chgData name="Karthi Sivaraman" userId="db3b63fa5e1798fe" providerId="LiveId" clId="{2C95A400-E513-4485-AA2C-5CCF8AFCF871}" dt="2026-06-10T01:20:53.985" v="4" actId="164"/>
          <ac:grpSpMkLst>
            <pc:docMk/>
            <pc:sldMk cId="81122880" sldId="256"/>
            <ac:grpSpMk id="12" creationId="{ED7295CF-E949-B0FC-0B20-D7BE3C0A5160}"/>
          </ac:grpSpMkLst>
        </pc:grpChg>
        <pc:grpChg chg="add mod">
          <ac:chgData name="Karthi Sivaraman" userId="db3b63fa5e1798fe" providerId="LiveId" clId="{2C95A400-E513-4485-AA2C-5CCF8AFCF871}" dt="2026-06-10T01:21:18.292" v="7" actId="1076"/>
          <ac:grpSpMkLst>
            <pc:docMk/>
            <pc:sldMk cId="81122880" sldId="256"/>
            <ac:grpSpMk id="13" creationId="{0C700D2F-4073-EE57-E7DD-6020D8E35AD9}"/>
          </ac:grpSpMkLst>
        </pc:grpChg>
        <pc:cxnChg chg="del">
          <ac:chgData name="Karthi Sivaraman" userId="db3b63fa5e1798fe" providerId="LiveId" clId="{2C95A400-E513-4485-AA2C-5CCF8AFCF871}" dt="2026-06-10T01:21:22.851" v="8" actId="478"/>
          <ac:cxnSpMkLst>
            <pc:docMk/>
            <pc:sldMk cId="81122880" sldId="256"/>
            <ac:cxnSpMk id="5" creationId="{0B1B53FE-B570-B453-7440-017144C4DB86}"/>
          </ac:cxnSpMkLst>
        </pc:cxnChg>
      </pc:sldChg>
      <pc:sldChg chg="addSp delSp modSp new mod">
        <pc:chgData name="Karthi Sivaraman" userId="db3b63fa5e1798fe" providerId="LiveId" clId="{2C95A400-E513-4485-AA2C-5CCF8AFCF871}" dt="2026-06-10T01:24:57.465" v="51" actId="20577"/>
        <pc:sldMkLst>
          <pc:docMk/>
          <pc:sldMk cId="2537702772" sldId="257"/>
        </pc:sldMkLst>
        <pc:spChg chg="del">
          <ac:chgData name="Karthi Sivaraman" userId="db3b63fa5e1798fe" providerId="LiveId" clId="{2C95A400-E513-4485-AA2C-5CCF8AFCF871}" dt="2026-06-10T01:21:47.820" v="14" actId="478"/>
          <ac:spMkLst>
            <pc:docMk/>
            <pc:sldMk cId="2537702772" sldId="257"/>
            <ac:spMk id="2" creationId="{BF251694-907C-53CA-38AC-53DF073C7559}"/>
          </ac:spMkLst>
        </pc:spChg>
        <pc:spChg chg="del">
          <ac:chgData name="Karthi Sivaraman" userId="db3b63fa5e1798fe" providerId="LiveId" clId="{2C95A400-E513-4485-AA2C-5CCF8AFCF871}" dt="2026-06-10T01:21:50.706" v="15" actId="478"/>
          <ac:spMkLst>
            <pc:docMk/>
            <pc:sldMk cId="2537702772" sldId="257"/>
            <ac:spMk id="3" creationId="{1F04C63B-379F-E849-961E-A89D969544C9}"/>
          </ac:spMkLst>
        </pc:spChg>
        <pc:spChg chg="add mod">
          <ac:chgData name="Karthi Sivaraman" userId="db3b63fa5e1798fe" providerId="LiveId" clId="{2C95A400-E513-4485-AA2C-5CCF8AFCF871}" dt="2026-06-10T01:22:47.057" v="20" actId="164"/>
          <ac:spMkLst>
            <pc:docMk/>
            <pc:sldMk cId="2537702772" sldId="257"/>
            <ac:spMk id="4" creationId="{03E3862A-C86B-5EF6-CA85-DA4959C6168A}"/>
          </ac:spMkLst>
        </pc:spChg>
        <pc:spChg chg="add mod">
          <ac:chgData name="Karthi Sivaraman" userId="db3b63fa5e1798fe" providerId="LiveId" clId="{2C95A400-E513-4485-AA2C-5CCF8AFCF871}" dt="2026-06-10T01:22:47.057" v="20" actId="164"/>
          <ac:spMkLst>
            <pc:docMk/>
            <pc:sldMk cId="2537702772" sldId="257"/>
            <ac:spMk id="5" creationId="{9AE27C53-D8A8-A562-34EB-356A9FEB8636}"/>
          </ac:spMkLst>
        </pc:spChg>
        <pc:spChg chg="mod">
          <ac:chgData name="Karthi Sivaraman" userId="db3b63fa5e1798fe" providerId="LiveId" clId="{2C95A400-E513-4485-AA2C-5CCF8AFCF871}" dt="2026-06-10T01:22:54.811" v="21"/>
          <ac:spMkLst>
            <pc:docMk/>
            <pc:sldMk cId="2537702772" sldId="257"/>
            <ac:spMk id="8" creationId="{7E37D2AD-F8DE-CDC3-9CC0-AA04DE883BA7}"/>
          </ac:spMkLst>
        </pc:spChg>
        <pc:spChg chg="mod">
          <ac:chgData name="Karthi Sivaraman" userId="db3b63fa5e1798fe" providerId="LiveId" clId="{2C95A400-E513-4485-AA2C-5CCF8AFCF871}" dt="2026-06-10T01:22:54.811" v="21"/>
          <ac:spMkLst>
            <pc:docMk/>
            <pc:sldMk cId="2537702772" sldId="257"/>
            <ac:spMk id="9" creationId="{7FF6ED4F-6064-CD9C-89A5-D5EE59413BDE}"/>
          </ac:spMkLst>
        </pc:spChg>
        <pc:spChg chg="add del">
          <ac:chgData name="Karthi Sivaraman" userId="db3b63fa5e1798fe" providerId="LiveId" clId="{2C95A400-E513-4485-AA2C-5CCF8AFCF871}" dt="2026-06-10T01:23:42.178" v="25" actId="11529"/>
          <ac:spMkLst>
            <pc:docMk/>
            <pc:sldMk cId="2537702772" sldId="257"/>
            <ac:spMk id="10" creationId="{FD04140A-AC57-69E2-C778-E7D1447CCA62}"/>
          </ac:spMkLst>
        </pc:spChg>
        <pc:spChg chg="add mod">
          <ac:chgData name="Karthi Sivaraman" userId="db3b63fa5e1798fe" providerId="LiveId" clId="{2C95A400-E513-4485-AA2C-5CCF8AFCF871}" dt="2026-06-10T01:24:43.403" v="33" actId="164"/>
          <ac:spMkLst>
            <pc:docMk/>
            <pc:sldMk cId="2537702772" sldId="257"/>
            <ac:spMk id="11" creationId="{BE702F97-A649-CE4D-8199-6F0C3BDAAD78}"/>
          </ac:spMkLst>
        </pc:spChg>
        <pc:spChg chg="add del mod">
          <ac:chgData name="Karthi Sivaraman" userId="db3b63fa5e1798fe" providerId="LiveId" clId="{2C95A400-E513-4485-AA2C-5CCF8AFCF871}" dt="2026-06-10T01:24:50.502" v="36"/>
          <ac:spMkLst>
            <pc:docMk/>
            <pc:sldMk cId="2537702772" sldId="257"/>
            <ac:spMk id="13" creationId="{17417304-101F-CE3C-D17F-9E6DB604B862}"/>
          </ac:spMkLst>
        </pc:spChg>
        <pc:spChg chg="add mod">
          <ac:chgData name="Karthi Sivaraman" userId="db3b63fa5e1798fe" providerId="LiveId" clId="{2C95A400-E513-4485-AA2C-5CCF8AFCF871}" dt="2026-06-10T01:24:57.465" v="51" actId="20577"/>
          <ac:spMkLst>
            <pc:docMk/>
            <pc:sldMk cId="2537702772" sldId="257"/>
            <ac:spMk id="14" creationId="{E12E6F1B-03E8-6BB3-C50C-140AB5796E92}"/>
          </ac:spMkLst>
        </pc:spChg>
        <pc:grpChg chg="add mod">
          <ac:chgData name="Karthi Sivaraman" userId="db3b63fa5e1798fe" providerId="LiveId" clId="{2C95A400-E513-4485-AA2C-5CCF8AFCF871}" dt="2026-06-10T01:24:43.403" v="33" actId="164"/>
          <ac:grpSpMkLst>
            <pc:docMk/>
            <pc:sldMk cId="2537702772" sldId="257"/>
            <ac:grpSpMk id="6" creationId="{8738DF2C-3B21-DE65-0010-C421E642A8DC}"/>
          </ac:grpSpMkLst>
        </pc:grpChg>
        <pc:grpChg chg="add mod">
          <ac:chgData name="Karthi Sivaraman" userId="db3b63fa5e1798fe" providerId="LiveId" clId="{2C95A400-E513-4485-AA2C-5CCF8AFCF871}" dt="2026-06-10T01:24:43.403" v="33" actId="164"/>
          <ac:grpSpMkLst>
            <pc:docMk/>
            <pc:sldMk cId="2537702772" sldId="257"/>
            <ac:grpSpMk id="7" creationId="{51F25067-178B-42FD-0BAB-317C26FAD233}"/>
          </ac:grpSpMkLst>
        </pc:grpChg>
        <pc:grpChg chg="add mod">
          <ac:chgData name="Karthi Sivaraman" userId="db3b63fa5e1798fe" providerId="LiveId" clId="{2C95A400-E513-4485-AA2C-5CCF8AFCF871}" dt="2026-06-10T01:24:43.403" v="33" actId="164"/>
          <ac:grpSpMkLst>
            <pc:docMk/>
            <pc:sldMk cId="2537702772" sldId="257"/>
            <ac:grpSpMk id="12" creationId="{6D6A9DA7-01AF-3FD1-5CC5-CAE4A1460BCA}"/>
          </ac:grpSpMkLst>
        </pc:grpChg>
      </pc:sldChg>
      <pc:sldChg chg="addSp delSp modSp new mod">
        <pc:chgData name="Karthi Sivaraman" userId="db3b63fa5e1798fe" providerId="LiveId" clId="{2C95A400-E513-4485-AA2C-5CCF8AFCF871}" dt="2026-06-10T01:40:09.623" v="119" actId="478"/>
        <pc:sldMkLst>
          <pc:docMk/>
          <pc:sldMk cId="2012424861" sldId="258"/>
        </pc:sldMkLst>
        <pc:spChg chg="del">
          <ac:chgData name="Karthi Sivaraman" userId="db3b63fa5e1798fe" providerId="LiveId" clId="{2C95A400-E513-4485-AA2C-5CCF8AFCF871}" dt="2026-06-10T01:33:15.770" v="59" actId="478"/>
          <ac:spMkLst>
            <pc:docMk/>
            <pc:sldMk cId="2012424861" sldId="258"/>
            <ac:spMk id="2" creationId="{0AEA65AC-7AF3-3D30-D7CA-EF96805E607C}"/>
          </ac:spMkLst>
        </pc:spChg>
        <pc:spChg chg="del">
          <ac:chgData name="Karthi Sivaraman" userId="db3b63fa5e1798fe" providerId="LiveId" clId="{2C95A400-E513-4485-AA2C-5CCF8AFCF871}" dt="2026-06-10T01:33:15.770" v="59" actId="478"/>
          <ac:spMkLst>
            <pc:docMk/>
            <pc:sldMk cId="2012424861" sldId="258"/>
            <ac:spMk id="3" creationId="{883227CD-375A-C338-AFF5-92AC5F6B3409}"/>
          </ac:spMkLst>
        </pc:spChg>
        <pc:spChg chg="add del">
          <ac:chgData name="Karthi Sivaraman" userId="db3b63fa5e1798fe" providerId="LiveId" clId="{2C95A400-E513-4485-AA2C-5CCF8AFCF871}" dt="2026-06-10T01:33:34.256" v="61" actId="478"/>
          <ac:spMkLst>
            <pc:docMk/>
            <pc:sldMk cId="2012424861" sldId="258"/>
            <ac:spMk id="4" creationId="{2976BCE5-B207-124F-5105-EB345CE9F165}"/>
          </ac:spMkLst>
        </pc:spChg>
        <pc:spChg chg="add del mod">
          <ac:chgData name="Karthi Sivaraman" userId="db3b63fa5e1798fe" providerId="LiveId" clId="{2C95A400-E513-4485-AA2C-5CCF8AFCF871}" dt="2026-06-10T01:37:56.267" v="95" actId="478"/>
          <ac:spMkLst>
            <pc:docMk/>
            <pc:sldMk cId="2012424861" sldId="258"/>
            <ac:spMk id="5" creationId="{46B8094B-BFA4-1519-7167-4254B5912667}"/>
          </ac:spMkLst>
        </pc:spChg>
        <pc:spChg chg="add del mod">
          <ac:chgData name="Karthi Sivaraman" userId="db3b63fa5e1798fe" providerId="LiveId" clId="{2C95A400-E513-4485-AA2C-5CCF8AFCF871}" dt="2026-06-10T01:35:29.331" v="79" actId="478"/>
          <ac:spMkLst>
            <pc:docMk/>
            <pc:sldMk cId="2012424861" sldId="258"/>
            <ac:spMk id="6" creationId="{D65F337A-B0A3-AD58-A952-754D22776AD9}"/>
          </ac:spMkLst>
        </pc:spChg>
        <pc:spChg chg="add del mod">
          <ac:chgData name="Karthi Sivaraman" userId="db3b63fa5e1798fe" providerId="LiveId" clId="{2C95A400-E513-4485-AA2C-5CCF8AFCF871}" dt="2026-06-10T01:37:56.267" v="95" actId="478"/>
          <ac:spMkLst>
            <pc:docMk/>
            <pc:sldMk cId="2012424861" sldId="258"/>
            <ac:spMk id="7" creationId="{FE0DA261-89DE-66B4-C1F3-F1AFA09209EA}"/>
          </ac:spMkLst>
        </pc:spChg>
        <pc:spChg chg="add del mod">
          <ac:chgData name="Karthi Sivaraman" userId="db3b63fa5e1798fe" providerId="LiveId" clId="{2C95A400-E513-4485-AA2C-5CCF8AFCF871}" dt="2026-06-10T01:37:56.267" v="95" actId="478"/>
          <ac:spMkLst>
            <pc:docMk/>
            <pc:sldMk cId="2012424861" sldId="258"/>
            <ac:spMk id="8" creationId="{5F8C243C-E28C-C0D1-D87D-73472CB656E9}"/>
          </ac:spMkLst>
        </pc:spChg>
        <pc:spChg chg="add del mod">
          <ac:chgData name="Karthi Sivaraman" userId="db3b63fa5e1798fe" providerId="LiveId" clId="{2C95A400-E513-4485-AA2C-5CCF8AFCF871}" dt="2026-06-10T01:37:56.267" v="95" actId="478"/>
          <ac:spMkLst>
            <pc:docMk/>
            <pc:sldMk cId="2012424861" sldId="258"/>
            <ac:spMk id="9" creationId="{6B5A6F90-79A7-A85C-0309-AA2C6C660A3D}"/>
          </ac:spMkLst>
        </pc:spChg>
        <pc:spChg chg="add del mod">
          <ac:chgData name="Karthi Sivaraman" userId="db3b63fa5e1798fe" providerId="LiveId" clId="{2C95A400-E513-4485-AA2C-5CCF8AFCF871}" dt="2026-06-10T01:40:09.623" v="119" actId="478"/>
          <ac:spMkLst>
            <pc:docMk/>
            <pc:sldMk cId="2012424861" sldId="258"/>
            <ac:spMk id="10" creationId="{598A1948-8C45-1BAF-3670-33207A991BA0}"/>
          </ac:spMkLst>
        </pc:spChg>
        <pc:spChg chg="add mod">
          <ac:chgData name="Karthi Sivaraman" userId="db3b63fa5e1798fe" providerId="LiveId" clId="{2C95A400-E513-4485-AA2C-5CCF8AFCF871}" dt="2026-06-10T01:38:50.794" v="107" actId="20577"/>
          <ac:spMkLst>
            <pc:docMk/>
            <pc:sldMk cId="2012424861" sldId="258"/>
            <ac:spMk id="13" creationId="{80B796B3-8219-3423-DDCE-5E20BA0D3393}"/>
          </ac:spMkLst>
        </pc:spChg>
        <pc:spChg chg="add mod">
          <ac:chgData name="Karthi Sivaraman" userId="db3b63fa5e1798fe" providerId="LiveId" clId="{2C95A400-E513-4485-AA2C-5CCF8AFCF871}" dt="2026-06-10T01:40:05.603" v="118" actId="20577"/>
          <ac:spMkLst>
            <pc:docMk/>
            <pc:sldMk cId="2012424861" sldId="258"/>
            <ac:spMk id="16" creationId="{77FD1E0C-099B-25DE-A746-0FAC4AE65430}"/>
          </ac:spMkLst>
        </pc:spChg>
        <pc:picChg chg="add mod">
          <ac:chgData name="Karthi Sivaraman" userId="db3b63fa5e1798fe" providerId="LiveId" clId="{2C95A400-E513-4485-AA2C-5CCF8AFCF871}" dt="2026-06-10T01:39:42.797" v="108" actId="1076"/>
          <ac:picMkLst>
            <pc:docMk/>
            <pc:sldMk cId="2012424861" sldId="258"/>
            <ac:picMk id="12" creationId="{921021F2-B53F-E736-2724-DC4266E1263C}"/>
          </ac:picMkLst>
        </pc:picChg>
        <pc:picChg chg="add mod">
          <ac:chgData name="Karthi Sivaraman" userId="db3b63fa5e1798fe" providerId="LiveId" clId="{2C95A400-E513-4485-AA2C-5CCF8AFCF871}" dt="2026-06-10T01:39:54.588" v="111" actId="1076"/>
          <ac:picMkLst>
            <pc:docMk/>
            <pc:sldMk cId="2012424861" sldId="258"/>
            <ac:picMk id="15" creationId="{E00AF073-5D2C-DC73-3CDD-CEE36AF0A676}"/>
          </ac:picMkLst>
        </pc:picChg>
      </pc:sldChg>
      <pc:sldChg chg="addSp delSp modSp new mod">
        <pc:chgData name="Karthi Sivaraman" userId="db3b63fa5e1798fe" providerId="LiveId" clId="{2C95A400-E513-4485-AA2C-5CCF8AFCF871}" dt="2026-06-10T01:42:25.633" v="132" actId="20577"/>
        <pc:sldMkLst>
          <pc:docMk/>
          <pc:sldMk cId="1104507532" sldId="259"/>
        </pc:sldMkLst>
        <pc:spChg chg="del">
          <ac:chgData name="Karthi Sivaraman" userId="db3b63fa5e1798fe" providerId="LiveId" clId="{2C95A400-E513-4485-AA2C-5CCF8AFCF871}" dt="2026-06-10T01:40:54.075" v="121" actId="478"/>
          <ac:spMkLst>
            <pc:docMk/>
            <pc:sldMk cId="1104507532" sldId="259"/>
            <ac:spMk id="2" creationId="{6FB32B33-0E6E-BA6F-8129-AB991446B16F}"/>
          </ac:spMkLst>
        </pc:spChg>
        <pc:spChg chg="del">
          <ac:chgData name="Karthi Sivaraman" userId="db3b63fa5e1798fe" providerId="LiveId" clId="{2C95A400-E513-4485-AA2C-5CCF8AFCF871}" dt="2026-06-10T01:40:54.075" v="121" actId="478"/>
          <ac:spMkLst>
            <pc:docMk/>
            <pc:sldMk cId="1104507532" sldId="259"/>
            <ac:spMk id="3" creationId="{74A32C30-5DE3-4FB1-6B24-632D23FBD001}"/>
          </ac:spMkLst>
        </pc:spChg>
        <pc:spChg chg="add mod">
          <ac:chgData name="Karthi Sivaraman" userId="db3b63fa5e1798fe" providerId="LiveId" clId="{2C95A400-E513-4485-AA2C-5CCF8AFCF871}" dt="2026-06-10T01:42:25.633" v="132" actId="20577"/>
          <ac:spMkLst>
            <pc:docMk/>
            <pc:sldMk cId="1104507532" sldId="259"/>
            <ac:spMk id="8" creationId="{B3216183-A824-1ED3-6B1A-55D2EC97C4D0}"/>
          </ac:spMkLst>
        </pc:spChg>
        <pc:picChg chg="add del mod">
          <ac:chgData name="Karthi Sivaraman" userId="db3b63fa5e1798fe" providerId="LiveId" clId="{2C95A400-E513-4485-AA2C-5CCF8AFCF871}" dt="2026-06-10T01:41:08.676" v="124" actId="478"/>
          <ac:picMkLst>
            <pc:docMk/>
            <pc:sldMk cId="1104507532" sldId="259"/>
            <ac:picMk id="5" creationId="{95F802A1-630E-B69D-6660-C847A6616599}"/>
          </ac:picMkLst>
        </pc:picChg>
        <pc:picChg chg="add">
          <ac:chgData name="Karthi Sivaraman" userId="db3b63fa5e1798fe" providerId="LiveId" clId="{2C95A400-E513-4485-AA2C-5CCF8AFCF871}" dt="2026-06-10T01:42:14.674" v="125" actId="22"/>
          <ac:picMkLst>
            <pc:docMk/>
            <pc:sldMk cId="1104507532" sldId="259"/>
            <ac:picMk id="7" creationId="{FB68A293-D389-9207-F94E-3821EBB1EA7A}"/>
          </ac:picMkLst>
        </pc:picChg>
      </pc:sldChg>
      <pc:sldChg chg="addSp delSp modSp new mod">
        <pc:chgData name="Karthi Sivaraman" userId="db3b63fa5e1798fe" providerId="LiveId" clId="{2C95A400-E513-4485-AA2C-5CCF8AFCF871}" dt="2026-06-10T01:44:35.672" v="145" actId="20577"/>
        <pc:sldMkLst>
          <pc:docMk/>
          <pc:sldMk cId="1457060636" sldId="260"/>
        </pc:sldMkLst>
        <pc:spChg chg="del">
          <ac:chgData name="Karthi Sivaraman" userId="db3b63fa5e1798fe" providerId="LiveId" clId="{2C95A400-E513-4485-AA2C-5CCF8AFCF871}" dt="2026-06-10T01:44:22.911" v="134" actId="478"/>
          <ac:spMkLst>
            <pc:docMk/>
            <pc:sldMk cId="1457060636" sldId="260"/>
            <ac:spMk id="2" creationId="{C9C2E352-43EE-5F7A-C964-5EE4AE0BD76E}"/>
          </ac:spMkLst>
        </pc:spChg>
        <pc:spChg chg="del">
          <ac:chgData name="Karthi Sivaraman" userId="db3b63fa5e1798fe" providerId="LiveId" clId="{2C95A400-E513-4485-AA2C-5CCF8AFCF871}" dt="2026-06-10T01:44:24.768" v="135" actId="478"/>
          <ac:spMkLst>
            <pc:docMk/>
            <pc:sldMk cId="1457060636" sldId="260"/>
            <ac:spMk id="3" creationId="{C8F054F6-F627-766F-5571-6608E75FF651}"/>
          </ac:spMkLst>
        </pc:spChg>
        <pc:spChg chg="add mod">
          <ac:chgData name="Karthi Sivaraman" userId="db3b63fa5e1798fe" providerId="LiveId" clId="{2C95A400-E513-4485-AA2C-5CCF8AFCF871}" dt="2026-06-10T01:44:35.672" v="145" actId="20577"/>
          <ac:spMkLst>
            <pc:docMk/>
            <pc:sldMk cId="1457060636" sldId="260"/>
            <ac:spMk id="6" creationId="{EC8AE6C3-EEA6-A91D-690E-73F8CDE1F04D}"/>
          </ac:spMkLst>
        </pc:spChg>
        <pc:picChg chg="add">
          <ac:chgData name="Karthi Sivaraman" userId="db3b63fa5e1798fe" providerId="LiveId" clId="{2C95A400-E513-4485-AA2C-5CCF8AFCF871}" dt="2026-06-10T01:44:28.035" v="136" actId="22"/>
          <ac:picMkLst>
            <pc:docMk/>
            <pc:sldMk cId="1457060636" sldId="260"/>
            <ac:picMk id="5" creationId="{C8808EDA-EBDC-71D4-B31A-54F087956C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740D-5B76-A5C9-2C2A-62EC16FD5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28870-954B-0B1E-705E-9ADC3A8BD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A7877-E4E0-FBD6-8A6F-70E292629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4579B-9856-8777-109C-38B78B5BA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831EB-0E19-E5E1-6990-55BB2B5F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24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6FD9-C37E-803F-C116-534DCDC2F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5122A-CA1F-86C6-752E-EFCCBFFAB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C1EEC-BD10-E191-C52B-82D94320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161E1-0AD2-5F96-7257-3CFFA8E8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8455D-336A-C788-E364-A92FF022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8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927B5-04BA-BEB9-A8D9-2D9B26472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DCD2E-9E62-E9F0-D282-778296E2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C1786-36FA-6C50-D849-5468754D5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0B62-FDED-E670-BF23-7B637CD5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9E6F8-402D-3CA7-3515-F27ED4D7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06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B8476-1715-FAF1-0D34-A775FC02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3E5D2-F5BA-FA5B-D19E-A62FE89D1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3333A-5749-A030-BA3F-59C6B9988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DDD06-6A66-5385-3987-CD075DA4D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79985-92E8-C3CD-62BE-9DD16E0B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DB675-D568-9A38-DFA6-22EFAC526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2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52BD-C1B2-69C1-85AE-9F54F4336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EA115-F551-394A-6BF4-1D76C352C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E1C64-6C88-BA04-0686-E6A896917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31BBF2-40CF-AE0A-F28A-46C2B02D1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168FA-E3C6-6986-8CBF-BB71A45F1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764D5-59F4-7545-D6C2-CF6E4FF7F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A0A5AC-4D53-42C1-5263-12EE2AB0A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456FF-2650-76A6-AAAD-C9B41830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5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2ADD-6A19-FA42-06C8-3F42D03E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48B1D5-B192-1D71-B115-C5183A7D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4411BA-096A-986F-1061-8E4A0A55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684CC-30FF-D0E5-3E93-F86671A5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3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5AECDA-C2D9-E5C1-4351-15919D5F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BD6126-00FC-4385-F6E7-1BBF553F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300CE-855C-738F-C42B-69D28E093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9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1F456-18B8-7B04-F5D4-03A70C044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E1021-01AE-6BE4-C44C-191EC531D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34C49-DEF5-3B29-D42F-A9D6DA6F2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97F2C-A7FC-851A-C2AA-1B2E59FE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1339C-309C-8BD9-E1B0-41A205287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07BCB-8B92-3C3F-D07A-0A33F1BB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41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6BE6A-7075-7EDF-178D-19EEA908C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097F6A-C2FA-4E37-CB91-5BBF9E37C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A710B-AB43-1CE1-1E14-5B45959A6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F3CEF-B3FF-E4F0-F983-0174DF63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C28F0-58A1-22C4-25FA-57427DF7E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CB4AA-DC92-581F-DF96-9C7DED3D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6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96173-8CB4-BF54-23EA-318EDFB09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EEBE8-C182-49BA-5FC4-747CD5C0D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81950-73D5-73C4-88B2-7414ACD3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B3079-4D8B-9C0D-3318-C37FAF318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FA920-BDED-EDAB-F1A2-3120C7D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4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6346CE-B963-6587-67A1-99EC98740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84583-2531-4D5D-CB85-0A61B1732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D38A7-86E8-8715-B014-8AD695DB9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7CFD1-B961-8D40-4E05-0CA436806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000B-091C-0735-8111-D005628A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2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78163F-4187-E21A-96B5-C72CFA3C5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12A8E-4C7D-504F-F7B2-AACAFA6DA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6862A-9ADD-FA33-7F3E-D948580E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5D411-A6D0-479C-9C1E-043CE535EE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FB0BB-4A77-C137-17CA-0F3B548A7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C89D-E0AC-8C5C-1905-6759BBEAC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58F0E-4301-4E18-B8F0-ADB63375F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0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81C6109-6EF5-5F82-E079-1AD0F4BE7FA1}"/>
              </a:ext>
            </a:extLst>
          </p:cNvPr>
          <p:cNvGrpSpPr/>
          <p:nvPr/>
        </p:nvGrpSpPr>
        <p:grpSpPr>
          <a:xfrm>
            <a:off x="4638674" y="1895475"/>
            <a:ext cx="3943353" cy="3095704"/>
            <a:chOff x="4638674" y="1895475"/>
            <a:chExt cx="3943353" cy="30957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D27D361-7B13-A52C-8D48-4D8532E55F16}"/>
                </a:ext>
              </a:extLst>
            </p:cNvPr>
            <p:cNvSpPr/>
            <p:nvPr/>
          </p:nvSpPr>
          <p:spPr>
            <a:xfrm>
              <a:off x="6010274" y="1895475"/>
              <a:ext cx="600075" cy="3095625"/>
            </a:xfrm>
            <a:custGeom>
              <a:avLst/>
              <a:gdLst>
                <a:gd name="csX0" fmla="*/ 800100 w 800100"/>
                <a:gd name="csY0" fmla="*/ 0 h 3095625"/>
                <a:gd name="csX1" fmla="*/ 0 w 800100"/>
                <a:gd name="csY1" fmla="*/ 1924050 h 3095625"/>
                <a:gd name="csX2" fmla="*/ 800100 w 800100"/>
                <a:gd name="csY2" fmla="*/ 3095625 h 3095625"/>
                <a:gd name="csX3" fmla="*/ 800100 w 800100"/>
                <a:gd name="csY3" fmla="*/ 3095625 h 3095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00100" h="3095625">
                  <a:moveTo>
                    <a:pt x="800100" y="0"/>
                  </a:moveTo>
                  <a:cubicBezTo>
                    <a:pt x="400050" y="704056"/>
                    <a:pt x="0" y="1408113"/>
                    <a:pt x="0" y="1924050"/>
                  </a:cubicBezTo>
                  <a:cubicBezTo>
                    <a:pt x="0" y="2439987"/>
                    <a:pt x="800100" y="3095625"/>
                    <a:pt x="800100" y="3095625"/>
                  </a:cubicBezTo>
                  <a:lnTo>
                    <a:pt x="800100" y="3095625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C8E37A-760E-EEBB-08FA-538235727A18}"/>
                </a:ext>
              </a:extLst>
            </p:cNvPr>
            <p:cNvSpPr/>
            <p:nvPr/>
          </p:nvSpPr>
          <p:spPr>
            <a:xfrm>
              <a:off x="5086350" y="2215983"/>
              <a:ext cx="1219200" cy="393867"/>
            </a:xfrm>
            <a:custGeom>
              <a:avLst/>
              <a:gdLst>
                <a:gd name="csX0" fmla="*/ 1219200 w 1219200"/>
                <a:gd name="csY0" fmla="*/ 376745 h 376745"/>
                <a:gd name="csX1" fmla="*/ 495300 w 1219200"/>
                <a:gd name="csY1" fmla="*/ 5270 h 376745"/>
                <a:gd name="csX2" fmla="*/ 0 w 1219200"/>
                <a:gd name="csY2" fmla="*/ 148145 h 376745"/>
                <a:gd name="csX3" fmla="*/ 0 w 1219200"/>
                <a:gd name="csY3" fmla="*/ 148145 h 376745"/>
                <a:gd name="csX0" fmla="*/ 1219200 w 1219200"/>
                <a:gd name="csY0" fmla="*/ 376745 h 376745"/>
                <a:gd name="csX1" fmla="*/ 600075 w 1219200"/>
                <a:gd name="csY1" fmla="*/ 5270 h 376745"/>
                <a:gd name="csX2" fmla="*/ 0 w 1219200"/>
                <a:gd name="csY2" fmla="*/ 148145 h 376745"/>
                <a:gd name="csX3" fmla="*/ 0 w 1219200"/>
                <a:gd name="csY3" fmla="*/ 148145 h 376745"/>
                <a:gd name="csX0" fmla="*/ 1219200 w 1219200"/>
                <a:gd name="csY0" fmla="*/ 361950 h 361950"/>
                <a:gd name="csX1" fmla="*/ 704850 w 1219200"/>
                <a:gd name="csY1" fmla="*/ 0 h 361950"/>
                <a:gd name="csX2" fmla="*/ 0 w 1219200"/>
                <a:gd name="csY2" fmla="*/ 133350 h 361950"/>
                <a:gd name="csX3" fmla="*/ 0 w 1219200"/>
                <a:gd name="csY3" fmla="*/ 133350 h 361950"/>
                <a:gd name="csX0" fmla="*/ 1219200 w 1219200"/>
                <a:gd name="csY0" fmla="*/ 393867 h 393867"/>
                <a:gd name="csX1" fmla="*/ 704850 w 1219200"/>
                <a:gd name="csY1" fmla="*/ 31917 h 393867"/>
                <a:gd name="csX2" fmla="*/ 0 w 1219200"/>
                <a:gd name="csY2" fmla="*/ 165267 h 393867"/>
                <a:gd name="csX3" fmla="*/ 0 w 1219200"/>
                <a:gd name="csY3" fmla="*/ 165267 h 393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19200" h="393867">
                  <a:moveTo>
                    <a:pt x="1219200" y="393867"/>
                  </a:moveTo>
                  <a:cubicBezTo>
                    <a:pt x="958850" y="227179"/>
                    <a:pt x="1006475" y="139867"/>
                    <a:pt x="704850" y="31917"/>
                  </a:cubicBezTo>
                  <a:cubicBezTo>
                    <a:pt x="403225" y="-76033"/>
                    <a:pt x="234950" y="120817"/>
                    <a:pt x="0" y="165267"/>
                  </a:cubicBezTo>
                  <a:lnTo>
                    <a:pt x="0" y="165267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102EC5B-8A82-660B-7AEA-11143460AE63}"/>
                </a:ext>
              </a:extLst>
            </p:cNvPr>
            <p:cNvSpPr/>
            <p:nvPr/>
          </p:nvSpPr>
          <p:spPr>
            <a:xfrm>
              <a:off x="5124453" y="2371724"/>
              <a:ext cx="1466843" cy="2619375"/>
            </a:xfrm>
            <a:custGeom>
              <a:avLst/>
              <a:gdLst>
                <a:gd name="csX0" fmla="*/ 0 w 1514475"/>
                <a:gd name="csY0" fmla="*/ 0 h 2628900"/>
                <a:gd name="csX1" fmla="*/ 381000 w 1514475"/>
                <a:gd name="csY1" fmla="*/ 476250 h 2628900"/>
                <a:gd name="csX2" fmla="*/ 180975 w 1514475"/>
                <a:gd name="csY2" fmla="*/ 2095500 h 2628900"/>
                <a:gd name="csX3" fmla="*/ 1514475 w 1514475"/>
                <a:gd name="csY3" fmla="*/ 2628900 h 2628900"/>
                <a:gd name="csX4" fmla="*/ 1514475 w 1514475"/>
                <a:gd name="csY4" fmla="*/ 2628900 h 2628900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320608 w 1654108"/>
                <a:gd name="csY2" fmla="*/ 2105095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535428 w 1654108"/>
                <a:gd name="csY2" fmla="*/ 1874826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535428 w 1654108"/>
                <a:gd name="csY2" fmla="*/ 1874826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54108" h="2638495">
                  <a:moveTo>
                    <a:pt x="0" y="0"/>
                  </a:moveTo>
                  <a:cubicBezTo>
                    <a:pt x="175418" y="63500"/>
                    <a:pt x="431395" y="173374"/>
                    <a:pt x="520633" y="485845"/>
                  </a:cubicBezTo>
                  <a:cubicBezTo>
                    <a:pt x="609871" y="798316"/>
                    <a:pt x="486149" y="1122675"/>
                    <a:pt x="535428" y="1874826"/>
                  </a:cubicBezTo>
                  <a:cubicBezTo>
                    <a:pt x="584707" y="2626977"/>
                    <a:pt x="1654108" y="2638495"/>
                    <a:pt x="1654108" y="2638495"/>
                  </a:cubicBezTo>
                  <a:lnTo>
                    <a:pt x="1654108" y="2638495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C80F2B0-DB7F-7790-3321-76CEA1851175}"/>
                </a:ext>
              </a:extLst>
            </p:cNvPr>
            <p:cNvSpPr/>
            <p:nvPr/>
          </p:nvSpPr>
          <p:spPr>
            <a:xfrm>
              <a:off x="4638674" y="2736405"/>
              <a:ext cx="985841" cy="400411"/>
            </a:xfrm>
            <a:custGeom>
              <a:avLst/>
              <a:gdLst>
                <a:gd name="csX0" fmla="*/ 1219200 w 1219200"/>
                <a:gd name="csY0" fmla="*/ 376745 h 376745"/>
                <a:gd name="csX1" fmla="*/ 495300 w 1219200"/>
                <a:gd name="csY1" fmla="*/ 5270 h 376745"/>
                <a:gd name="csX2" fmla="*/ 0 w 1219200"/>
                <a:gd name="csY2" fmla="*/ 148145 h 376745"/>
                <a:gd name="csX3" fmla="*/ 0 w 1219200"/>
                <a:gd name="csY3" fmla="*/ 148145 h 376745"/>
                <a:gd name="csX0" fmla="*/ 1219200 w 1219200"/>
                <a:gd name="csY0" fmla="*/ 376745 h 376745"/>
                <a:gd name="csX1" fmla="*/ 600075 w 1219200"/>
                <a:gd name="csY1" fmla="*/ 5270 h 376745"/>
                <a:gd name="csX2" fmla="*/ 0 w 1219200"/>
                <a:gd name="csY2" fmla="*/ 148145 h 376745"/>
                <a:gd name="csX3" fmla="*/ 0 w 1219200"/>
                <a:gd name="csY3" fmla="*/ 148145 h 376745"/>
                <a:gd name="csX0" fmla="*/ 1219200 w 1219200"/>
                <a:gd name="csY0" fmla="*/ 361950 h 361950"/>
                <a:gd name="csX1" fmla="*/ 704850 w 1219200"/>
                <a:gd name="csY1" fmla="*/ 0 h 361950"/>
                <a:gd name="csX2" fmla="*/ 0 w 1219200"/>
                <a:gd name="csY2" fmla="*/ 133350 h 361950"/>
                <a:gd name="csX3" fmla="*/ 0 w 1219200"/>
                <a:gd name="csY3" fmla="*/ 133350 h 361950"/>
                <a:gd name="csX0" fmla="*/ 1219200 w 1219200"/>
                <a:gd name="csY0" fmla="*/ 393867 h 393867"/>
                <a:gd name="csX1" fmla="*/ 704850 w 1219200"/>
                <a:gd name="csY1" fmla="*/ 31917 h 393867"/>
                <a:gd name="csX2" fmla="*/ 0 w 1219200"/>
                <a:gd name="csY2" fmla="*/ 165267 h 393867"/>
                <a:gd name="csX3" fmla="*/ 0 w 1219200"/>
                <a:gd name="csY3" fmla="*/ 165267 h 393867"/>
                <a:gd name="csX0" fmla="*/ 1257300 w 1257300"/>
                <a:gd name="csY0" fmla="*/ 371475 h 371475"/>
                <a:gd name="csX1" fmla="*/ 704850 w 1257300"/>
                <a:gd name="csY1" fmla="*/ 0 h 371475"/>
                <a:gd name="csX2" fmla="*/ 0 w 1257300"/>
                <a:gd name="csY2" fmla="*/ 133350 h 371475"/>
                <a:gd name="csX3" fmla="*/ 0 w 1257300"/>
                <a:gd name="csY3" fmla="*/ 133350 h 371475"/>
                <a:gd name="csX0" fmla="*/ 1257300 w 1257300"/>
                <a:gd name="csY0" fmla="*/ 374741 h 374741"/>
                <a:gd name="csX1" fmla="*/ 704850 w 1257300"/>
                <a:gd name="csY1" fmla="*/ 3266 h 374741"/>
                <a:gd name="csX2" fmla="*/ 0 w 1257300"/>
                <a:gd name="csY2" fmla="*/ 136616 h 374741"/>
                <a:gd name="csX3" fmla="*/ 0 w 1257300"/>
                <a:gd name="csY3" fmla="*/ 136616 h 374741"/>
                <a:gd name="csX0" fmla="*/ 1257300 w 1257300"/>
                <a:gd name="csY0" fmla="*/ 387714 h 387714"/>
                <a:gd name="csX1" fmla="*/ 704850 w 1257300"/>
                <a:gd name="csY1" fmla="*/ 16239 h 387714"/>
                <a:gd name="csX2" fmla="*/ 0 w 1257300"/>
                <a:gd name="csY2" fmla="*/ 149589 h 387714"/>
                <a:gd name="csX3" fmla="*/ 0 w 1257300"/>
                <a:gd name="csY3" fmla="*/ 149589 h 387714"/>
                <a:gd name="csX0" fmla="*/ 1257300 w 1257300"/>
                <a:gd name="csY0" fmla="*/ 400411 h 400411"/>
                <a:gd name="csX1" fmla="*/ 704850 w 1257300"/>
                <a:gd name="csY1" fmla="*/ 28936 h 400411"/>
                <a:gd name="csX2" fmla="*/ 0 w 1257300"/>
                <a:gd name="csY2" fmla="*/ 162286 h 400411"/>
                <a:gd name="csX3" fmla="*/ 0 w 1257300"/>
                <a:gd name="csY3" fmla="*/ 162286 h 400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7300" h="400411">
                  <a:moveTo>
                    <a:pt x="1257300" y="400411"/>
                  </a:moveTo>
                  <a:cubicBezTo>
                    <a:pt x="996950" y="233723"/>
                    <a:pt x="977026" y="81323"/>
                    <a:pt x="704850" y="28936"/>
                  </a:cubicBezTo>
                  <a:cubicBezTo>
                    <a:pt x="432674" y="-23451"/>
                    <a:pt x="381000" y="-18689"/>
                    <a:pt x="0" y="162286"/>
                  </a:cubicBezTo>
                  <a:lnTo>
                    <a:pt x="0" y="162286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36C48CC-2602-6394-1C86-22D8578D76D3}"/>
                </a:ext>
              </a:extLst>
            </p:cNvPr>
            <p:cNvSpPr/>
            <p:nvPr/>
          </p:nvSpPr>
          <p:spPr>
            <a:xfrm>
              <a:off x="4638674" y="2876551"/>
              <a:ext cx="1971675" cy="2114628"/>
            </a:xfrm>
            <a:custGeom>
              <a:avLst/>
              <a:gdLst>
                <a:gd name="csX0" fmla="*/ 0 w 1514475"/>
                <a:gd name="csY0" fmla="*/ 0 h 2628900"/>
                <a:gd name="csX1" fmla="*/ 381000 w 1514475"/>
                <a:gd name="csY1" fmla="*/ 476250 h 2628900"/>
                <a:gd name="csX2" fmla="*/ 180975 w 1514475"/>
                <a:gd name="csY2" fmla="*/ 2095500 h 2628900"/>
                <a:gd name="csX3" fmla="*/ 1514475 w 1514475"/>
                <a:gd name="csY3" fmla="*/ 2628900 h 2628900"/>
                <a:gd name="csX4" fmla="*/ 1514475 w 1514475"/>
                <a:gd name="csY4" fmla="*/ 2628900 h 2628900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320608 w 1654108"/>
                <a:gd name="csY2" fmla="*/ 2105095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535428 w 1654108"/>
                <a:gd name="csY2" fmla="*/ 1874826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535428 w 1654108"/>
                <a:gd name="csY2" fmla="*/ 1874826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495"/>
                <a:gd name="csX1" fmla="*/ 392779 w 1654108"/>
                <a:gd name="csY1" fmla="*/ 590434 h 2638495"/>
                <a:gd name="csX2" fmla="*/ 535428 w 1654108"/>
                <a:gd name="csY2" fmla="*/ 1874826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594"/>
                <a:gd name="csX1" fmla="*/ 392779 w 1654108"/>
                <a:gd name="csY1" fmla="*/ 590434 h 2638594"/>
                <a:gd name="csX2" fmla="*/ 720816 w 1654108"/>
                <a:gd name="csY2" fmla="*/ 2312199 h 2638594"/>
                <a:gd name="csX3" fmla="*/ 1654108 w 1654108"/>
                <a:gd name="csY3" fmla="*/ 2638495 h 2638594"/>
                <a:gd name="csX4" fmla="*/ 1654108 w 1654108"/>
                <a:gd name="csY4" fmla="*/ 2638495 h 26385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54108" h="2638594">
                  <a:moveTo>
                    <a:pt x="0" y="0"/>
                  </a:moveTo>
                  <a:cubicBezTo>
                    <a:pt x="175418" y="63500"/>
                    <a:pt x="272643" y="205068"/>
                    <a:pt x="392779" y="590434"/>
                  </a:cubicBezTo>
                  <a:cubicBezTo>
                    <a:pt x="512915" y="975800"/>
                    <a:pt x="510595" y="1970856"/>
                    <a:pt x="720816" y="2312199"/>
                  </a:cubicBezTo>
                  <a:cubicBezTo>
                    <a:pt x="931037" y="2653542"/>
                    <a:pt x="1654108" y="2638495"/>
                    <a:pt x="1654108" y="2638495"/>
                  </a:cubicBezTo>
                  <a:lnTo>
                    <a:pt x="1654108" y="2638495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A66D4B9-4C05-294B-8935-C10170C8E78B}"/>
                </a:ext>
              </a:extLst>
            </p:cNvPr>
            <p:cNvSpPr/>
            <p:nvPr/>
          </p:nvSpPr>
          <p:spPr>
            <a:xfrm flipH="1">
              <a:off x="6610352" y="1895475"/>
              <a:ext cx="600075" cy="3095625"/>
            </a:xfrm>
            <a:custGeom>
              <a:avLst/>
              <a:gdLst>
                <a:gd name="csX0" fmla="*/ 800100 w 800100"/>
                <a:gd name="csY0" fmla="*/ 0 h 3095625"/>
                <a:gd name="csX1" fmla="*/ 0 w 800100"/>
                <a:gd name="csY1" fmla="*/ 1924050 h 3095625"/>
                <a:gd name="csX2" fmla="*/ 800100 w 800100"/>
                <a:gd name="csY2" fmla="*/ 3095625 h 3095625"/>
                <a:gd name="csX3" fmla="*/ 800100 w 800100"/>
                <a:gd name="csY3" fmla="*/ 3095625 h 3095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00100" h="3095625">
                  <a:moveTo>
                    <a:pt x="800100" y="0"/>
                  </a:moveTo>
                  <a:cubicBezTo>
                    <a:pt x="400050" y="704056"/>
                    <a:pt x="0" y="1408113"/>
                    <a:pt x="0" y="1924050"/>
                  </a:cubicBezTo>
                  <a:cubicBezTo>
                    <a:pt x="0" y="2439987"/>
                    <a:pt x="800100" y="3095625"/>
                    <a:pt x="800100" y="3095625"/>
                  </a:cubicBezTo>
                  <a:lnTo>
                    <a:pt x="800100" y="3095625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F69683E-996E-BC9E-8031-88EB7E4C2994}"/>
                </a:ext>
              </a:extLst>
            </p:cNvPr>
            <p:cNvSpPr/>
            <p:nvPr/>
          </p:nvSpPr>
          <p:spPr>
            <a:xfrm flipH="1">
              <a:off x="6915151" y="2215983"/>
              <a:ext cx="1219200" cy="393867"/>
            </a:xfrm>
            <a:custGeom>
              <a:avLst/>
              <a:gdLst>
                <a:gd name="csX0" fmla="*/ 1219200 w 1219200"/>
                <a:gd name="csY0" fmla="*/ 376745 h 376745"/>
                <a:gd name="csX1" fmla="*/ 495300 w 1219200"/>
                <a:gd name="csY1" fmla="*/ 5270 h 376745"/>
                <a:gd name="csX2" fmla="*/ 0 w 1219200"/>
                <a:gd name="csY2" fmla="*/ 148145 h 376745"/>
                <a:gd name="csX3" fmla="*/ 0 w 1219200"/>
                <a:gd name="csY3" fmla="*/ 148145 h 376745"/>
                <a:gd name="csX0" fmla="*/ 1219200 w 1219200"/>
                <a:gd name="csY0" fmla="*/ 376745 h 376745"/>
                <a:gd name="csX1" fmla="*/ 600075 w 1219200"/>
                <a:gd name="csY1" fmla="*/ 5270 h 376745"/>
                <a:gd name="csX2" fmla="*/ 0 w 1219200"/>
                <a:gd name="csY2" fmla="*/ 148145 h 376745"/>
                <a:gd name="csX3" fmla="*/ 0 w 1219200"/>
                <a:gd name="csY3" fmla="*/ 148145 h 376745"/>
                <a:gd name="csX0" fmla="*/ 1219200 w 1219200"/>
                <a:gd name="csY0" fmla="*/ 361950 h 361950"/>
                <a:gd name="csX1" fmla="*/ 704850 w 1219200"/>
                <a:gd name="csY1" fmla="*/ 0 h 361950"/>
                <a:gd name="csX2" fmla="*/ 0 w 1219200"/>
                <a:gd name="csY2" fmla="*/ 133350 h 361950"/>
                <a:gd name="csX3" fmla="*/ 0 w 1219200"/>
                <a:gd name="csY3" fmla="*/ 133350 h 361950"/>
                <a:gd name="csX0" fmla="*/ 1219200 w 1219200"/>
                <a:gd name="csY0" fmla="*/ 393867 h 393867"/>
                <a:gd name="csX1" fmla="*/ 704850 w 1219200"/>
                <a:gd name="csY1" fmla="*/ 31917 h 393867"/>
                <a:gd name="csX2" fmla="*/ 0 w 1219200"/>
                <a:gd name="csY2" fmla="*/ 165267 h 393867"/>
                <a:gd name="csX3" fmla="*/ 0 w 1219200"/>
                <a:gd name="csY3" fmla="*/ 165267 h 393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19200" h="393867">
                  <a:moveTo>
                    <a:pt x="1219200" y="393867"/>
                  </a:moveTo>
                  <a:cubicBezTo>
                    <a:pt x="958850" y="227179"/>
                    <a:pt x="1006475" y="139867"/>
                    <a:pt x="704850" y="31917"/>
                  </a:cubicBezTo>
                  <a:cubicBezTo>
                    <a:pt x="403225" y="-76033"/>
                    <a:pt x="234950" y="120817"/>
                    <a:pt x="0" y="165267"/>
                  </a:cubicBezTo>
                  <a:lnTo>
                    <a:pt x="0" y="165267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BDE3A57-CC11-4194-4528-4A580E61FCB6}"/>
                </a:ext>
              </a:extLst>
            </p:cNvPr>
            <p:cNvSpPr/>
            <p:nvPr/>
          </p:nvSpPr>
          <p:spPr>
            <a:xfrm flipH="1">
              <a:off x="6629405" y="2371724"/>
              <a:ext cx="1466843" cy="2619375"/>
            </a:xfrm>
            <a:custGeom>
              <a:avLst/>
              <a:gdLst>
                <a:gd name="csX0" fmla="*/ 0 w 1514475"/>
                <a:gd name="csY0" fmla="*/ 0 h 2628900"/>
                <a:gd name="csX1" fmla="*/ 381000 w 1514475"/>
                <a:gd name="csY1" fmla="*/ 476250 h 2628900"/>
                <a:gd name="csX2" fmla="*/ 180975 w 1514475"/>
                <a:gd name="csY2" fmla="*/ 2095500 h 2628900"/>
                <a:gd name="csX3" fmla="*/ 1514475 w 1514475"/>
                <a:gd name="csY3" fmla="*/ 2628900 h 2628900"/>
                <a:gd name="csX4" fmla="*/ 1514475 w 1514475"/>
                <a:gd name="csY4" fmla="*/ 2628900 h 2628900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320608 w 1654108"/>
                <a:gd name="csY2" fmla="*/ 2105095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535428 w 1654108"/>
                <a:gd name="csY2" fmla="*/ 1874826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535428 w 1654108"/>
                <a:gd name="csY2" fmla="*/ 1874826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54108" h="2638495">
                  <a:moveTo>
                    <a:pt x="0" y="0"/>
                  </a:moveTo>
                  <a:cubicBezTo>
                    <a:pt x="175418" y="63500"/>
                    <a:pt x="431395" y="173374"/>
                    <a:pt x="520633" y="485845"/>
                  </a:cubicBezTo>
                  <a:cubicBezTo>
                    <a:pt x="609871" y="798316"/>
                    <a:pt x="486149" y="1122675"/>
                    <a:pt x="535428" y="1874826"/>
                  </a:cubicBezTo>
                  <a:cubicBezTo>
                    <a:pt x="584707" y="2626977"/>
                    <a:pt x="1654108" y="2638495"/>
                    <a:pt x="1654108" y="2638495"/>
                  </a:cubicBezTo>
                  <a:lnTo>
                    <a:pt x="1654108" y="2638495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50734BF-6FC3-EA8E-C459-A7F0025072DE}"/>
                </a:ext>
              </a:extLst>
            </p:cNvPr>
            <p:cNvSpPr/>
            <p:nvPr/>
          </p:nvSpPr>
          <p:spPr>
            <a:xfrm flipH="1">
              <a:off x="7596186" y="2736405"/>
              <a:ext cx="985841" cy="400411"/>
            </a:xfrm>
            <a:custGeom>
              <a:avLst/>
              <a:gdLst>
                <a:gd name="csX0" fmla="*/ 1219200 w 1219200"/>
                <a:gd name="csY0" fmla="*/ 376745 h 376745"/>
                <a:gd name="csX1" fmla="*/ 495300 w 1219200"/>
                <a:gd name="csY1" fmla="*/ 5270 h 376745"/>
                <a:gd name="csX2" fmla="*/ 0 w 1219200"/>
                <a:gd name="csY2" fmla="*/ 148145 h 376745"/>
                <a:gd name="csX3" fmla="*/ 0 w 1219200"/>
                <a:gd name="csY3" fmla="*/ 148145 h 376745"/>
                <a:gd name="csX0" fmla="*/ 1219200 w 1219200"/>
                <a:gd name="csY0" fmla="*/ 376745 h 376745"/>
                <a:gd name="csX1" fmla="*/ 600075 w 1219200"/>
                <a:gd name="csY1" fmla="*/ 5270 h 376745"/>
                <a:gd name="csX2" fmla="*/ 0 w 1219200"/>
                <a:gd name="csY2" fmla="*/ 148145 h 376745"/>
                <a:gd name="csX3" fmla="*/ 0 w 1219200"/>
                <a:gd name="csY3" fmla="*/ 148145 h 376745"/>
                <a:gd name="csX0" fmla="*/ 1219200 w 1219200"/>
                <a:gd name="csY0" fmla="*/ 361950 h 361950"/>
                <a:gd name="csX1" fmla="*/ 704850 w 1219200"/>
                <a:gd name="csY1" fmla="*/ 0 h 361950"/>
                <a:gd name="csX2" fmla="*/ 0 w 1219200"/>
                <a:gd name="csY2" fmla="*/ 133350 h 361950"/>
                <a:gd name="csX3" fmla="*/ 0 w 1219200"/>
                <a:gd name="csY3" fmla="*/ 133350 h 361950"/>
                <a:gd name="csX0" fmla="*/ 1219200 w 1219200"/>
                <a:gd name="csY0" fmla="*/ 393867 h 393867"/>
                <a:gd name="csX1" fmla="*/ 704850 w 1219200"/>
                <a:gd name="csY1" fmla="*/ 31917 h 393867"/>
                <a:gd name="csX2" fmla="*/ 0 w 1219200"/>
                <a:gd name="csY2" fmla="*/ 165267 h 393867"/>
                <a:gd name="csX3" fmla="*/ 0 w 1219200"/>
                <a:gd name="csY3" fmla="*/ 165267 h 393867"/>
                <a:gd name="csX0" fmla="*/ 1257300 w 1257300"/>
                <a:gd name="csY0" fmla="*/ 371475 h 371475"/>
                <a:gd name="csX1" fmla="*/ 704850 w 1257300"/>
                <a:gd name="csY1" fmla="*/ 0 h 371475"/>
                <a:gd name="csX2" fmla="*/ 0 w 1257300"/>
                <a:gd name="csY2" fmla="*/ 133350 h 371475"/>
                <a:gd name="csX3" fmla="*/ 0 w 1257300"/>
                <a:gd name="csY3" fmla="*/ 133350 h 371475"/>
                <a:gd name="csX0" fmla="*/ 1257300 w 1257300"/>
                <a:gd name="csY0" fmla="*/ 374741 h 374741"/>
                <a:gd name="csX1" fmla="*/ 704850 w 1257300"/>
                <a:gd name="csY1" fmla="*/ 3266 h 374741"/>
                <a:gd name="csX2" fmla="*/ 0 w 1257300"/>
                <a:gd name="csY2" fmla="*/ 136616 h 374741"/>
                <a:gd name="csX3" fmla="*/ 0 w 1257300"/>
                <a:gd name="csY3" fmla="*/ 136616 h 374741"/>
                <a:gd name="csX0" fmla="*/ 1257300 w 1257300"/>
                <a:gd name="csY0" fmla="*/ 387714 h 387714"/>
                <a:gd name="csX1" fmla="*/ 704850 w 1257300"/>
                <a:gd name="csY1" fmla="*/ 16239 h 387714"/>
                <a:gd name="csX2" fmla="*/ 0 w 1257300"/>
                <a:gd name="csY2" fmla="*/ 149589 h 387714"/>
                <a:gd name="csX3" fmla="*/ 0 w 1257300"/>
                <a:gd name="csY3" fmla="*/ 149589 h 387714"/>
                <a:gd name="csX0" fmla="*/ 1257300 w 1257300"/>
                <a:gd name="csY0" fmla="*/ 400411 h 400411"/>
                <a:gd name="csX1" fmla="*/ 704850 w 1257300"/>
                <a:gd name="csY1" fmla="*/ 28936 h 400411"/>
                <a:gd name="csX2" fmla="*/ 0 w 1257300"/>
                <a:gd name="csY2" fmla="*/ 162286 h 400411"/>
                <a:gd name="csX3" fmla="*/ 0 w 1257300"/>
                <a:gd name="csY3" fmla="*/ 162286 h 400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7300" h="400411">
                  <a:moveTo>
                    <a:pt x="1257300" y="400411"/>
                  </a:moveTo>
                  <a:cubicBezTo>
                    <a:pt x="996950" y="233723"/>
                    <a:pt x="977026" y="81323"/>
                    <a:pt x="704850" y="28936"/>
                  </a:cubicBezTo>
                  <a:cubicBezTo>
                    <a:pt x="432674" y="-23451"/>
                    <a:pt x="381000" y="-18689"/>
                    <a:pt x="0" y="162286"/>
                  </a:cubicBezTo>
                  <a:lnTo>
                    <a:pt x="0" y="162286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038E16-70D1-F2AD-0BD8-75E3462E3D3A}"/>
                </a:ext>
              </a:extLst>
            </p:cNvPr>
            <p:cNvSpPr/>
            <p:nvPr/>
          </p:nvSpPr>
          <p:spPr>
            <a:xfrm flipH="1">
              <a:off x="6610352" y="2876551"/>
              <a:ext cx="1971675" cy="2114628"/>
            </a:xfrm>
            <a:custGeom>
              <a:avLst/>
              <a:gdLst>
                <a:gd name="csX0" fmla="*/ 0 w 1514475"/>
                <a:gd name="csY0" fmla="*/ 0 h 2628900"/>
                <a:gd name="csX1" fmla="*/ 381000 w 1514475"/>
                <a:gd name="csY1" fmla="*/ 476250 h 2628900"/>
                <a:gd name="csX2" fmla="*/ 180975 w 1514475"/>
                <a:gd name="csY2" fmla="*/ 2095500 h 2628900"/>
                <a:gd name="csX3" fmla="*/ 1514475 w 1514475"/>
                <a:gd name="csY3" fmla="*/ 2628900 h 2628900"/>
                <a:gd name="csX4" fmla="*/ 1514475 w 1514475"/>
                <a:gd name="csY4" fmla="*/ 2628900 h 2628900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320608 w 1654108"/>
                <a:gd name="csY2" fmla="*/ 2105095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535428 w 1654108"/>
                <a:gd name="csY2" fmla="*/ 1874826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495"/>
                <a:gd name="csX1" fmla="*/ 520633 w 1654108"/>
                <a:gd name="csY1" fmla="*/ 485845 h 2638495"/>
                <a:gd name="csX2" fmla="*/ 535428 w 1654108"/>
                <a:gd name="csY2" fmla="*/ 1874826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495"/>
                <a:gd name="csX1" fmla="*/ 392779 w 1654108"/>
                <a:gd name="csY1" fmla="*/ 590434 h 2638495"/>
                <a:gd name="csX2" fmla="*/ 535428 w 1654108"/>
                <a:gd name="csY2" fmla="*/ 1874826 h 2638495"/>
                <a:gd name="csX3" fmla="*/ 1654108 w 1654108"/>
                <a:gd name="csY3" fmla="*/ 2638495 h 2638495"/>
                <a:gd name="csX4" fmla="*/ 1654108 w 1654108"/>
                <a:gd name="csY4" fmla="*/ 2638495 h 2638495"/>
                <a:gd name="csX0" fmla="*/ 0 w 1654108"/>
                <a:gd name="csY0" fmla="*/ 0 h 2638594"/>
                <a:gd name="csX1" fmla="*/ 392779 w 1654108"/>
                <a:gd name="csY1" fmla="*/ 590434 h 2638594"/>
                <a:gd name="csX2" fmla="*/ 720816 w 1654108"/>
                <a:gd name="csY2" fmla="*/ 2312199 h 2638594"/>
                <a:gd name="csX3" fmla="*/ 1654108 w 1654108"/>
                <a:gd name="csY3" fmla="*/ 2638495 h 2638594"/>
                <a:gd name="csX4" fmla="*/ 1654108 w 1654108"/>
                <a:gd name="csY4" fmla="*/ 2638495 h 26385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54108" h="2638594">
                  <a:moveTo>
                    <a:pt x="0" y="0"/>
                  </a:moveTo>
                  <a:cubicBezTo>
                    <a:pt x="175418" y="63500"/>
                    <a:pt x="272643" y="205068"/>
                    <a:pt x="392779" y="590434"/>
                  </a:cubicBezTo>
                  <a:cubicBezTo>
                    <a:pt x="512915" y="975800"/>
                    <a:pt x="510595" y="1970856"/>
                    <a:pt x="720816" y="2312199"/>
                  </a:cubicBezTo>
                  <a:cubicBezTo>
                    <a:pt x="931037" y="2653542"/>
                    <a:pt x="1654108" y="2638495"/>
                    <a:pt x="1654108" y="2638495"/>
                  </a:cubicBezTo>
                  <a:lnTo>
                    <a:pt x="1654108" y="2638495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5C38513-FC13-D06E-4DF3-FF1F2AFD3B73}"/>
              </a:ext>
            </a:extLst>
          </p:cNvPr>
          <p:cNvSpPr txBox="1"/>
          <p:nvPr/>
        </p:nvSpPr>
        <p:spPr>
          <a:xfrm>
            <a:off x="2307771" y="682171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22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D6A9DA7-01AF-3FD1-5CC5-CAE4A1460BCA}"/>
              </a:ext>
            </a:extLst>
          </p:cNvPr>
          <p:cNvGrpSpPr/>
          <p:nvPr/>
        </p:nvGrpSpPr>
        <p:grpSpPr>
          <a:xfrm>
            <a:off x="4524375" y="2143124"/>
            <a:ext cx="3648075" cy="3267076"/>
            <a:chOff x="4524375" y="2143124"/>
            <a:chExt cx="3648075" cy="326707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738DF2C-3B21-DE65-0010-C421E642A8DC}"/>
                </a:ext>
              </a:extLst>
            </p:cNvPr>
            <p:cNvGrpSpPr/>
            <p:nvPr/>
          </p:nvGrpSpPr>
          <p:grpSpPr>
            <a:xfrm>
              <a:off x="4524375" y="2336800"/>
              <a:ext cx="1571625" cy="3073400"/>
              <a:chOff x="4457700" y="2336800"/>
              <a:chExt cx="1571625" cy="3073400"/>
            </a:xfrm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03E3862A-C86B-5EF6-CA85-DA4959C6168A}"/>
                  </a:ext>
                </a:extLst>
              </p:cNvPr>
              <p:cNvSpPr/>
              <p:nvPr/>
            </p:nvSpPr>
            <p:spPr>
              <a:xfrm>
                <a:off x="4457700" y="2336800"/>
                <a:ext cx="1211781" cy="3073400"/>
              </a:xfrm>
              <a:custGeom>
                <a:avLst/>
                <a:gdLst>
                  <a:gd name="csX0" fmla="*/ 1155700 w 1211781"/>
                  <a:gd name="csY0" fmla="*/ 0 h 3073400"/>
                  <a:gd name="csX1" fmla="*/ 1079500 w 1211781"/>
                  <a:gd name="csY1" fmla="*/ 2133600 h 3073400"/>
                  <a:gd name="csX2" fmla="*/ 0 w 1211781"/>
                  <a:gd name="csY2" fmla="*/ 3073400 h 3073400"/>
                  <a:gd name="csX3" fmla="*/ 0 w 1211781"/>
                  <a:gd name="csY3" fmla="*/ 3073400 h 307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11781" h="3073400">
                    <a:moveTo>
                      <a:pt x="1155700" y="0"/>
                    </a:moveTo>
                    <a:cubicBezTo>
                      <a:pt x="1213908" y="810683"/>
                      <a:pt x="1272117" y="1621367"/>
                      <a:pt x="1079500" y="2133600"/>
                    </a:cubicBezTo>
                    <a:cubicBezTo>
                      <a:pt x="886883" y="2645833"/>
                      <a:pt x="0" y="3073400"/>
                      <a:pt x="0" y="3073400"/>
                    </a:cubicBezTo>
                    <a:lnTo>
                      <a:pt x="0" y="30734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9AE27C53-D8A8-A562-34EB-356A9FEB8636}"/>
                  </a:ext>
                </a:extLst>
              </p:cNvPr>
              <p:cNvSpPr/>
              <p:nvPr/>
            </p:nvSpPr>
            <p:spPr>
              <a:xfrm>
                <a:off x="4457701" y="2336800"/>
                <a:ext cx="1571624" cy="3073400"/>
              </a:xfrm>
              <a:custGeom>
                <a:avLst/>
                <a:gdLst>
                  <a:gd name="csX0" fmla="*/ 1524000 w 1545166"/>
                  <a:gd name="csY0" fmla="*/ 0 h 3022600"/>
                  <a:gd name="csX1" fmla="*/ 1333500 w 1545166"/>
                  <a:gd name="csY1" fmla="*/ 2235200 h 3022600"/>
                  <a:gd name="csX2" fmla="*/ 0 w 1545166"/>
                  <a:gd name="csY2" fmla="*/ 3022600 h 30226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45166" h="3022600">
                    <a:moveTo>
                      <a:pt x="1524000" y="0"/>
                    </a:moveTo>
                    <a:cubicBezTo>
                      <a:pt x="1555750" y="865717"/>
                      <a:pt x="1587500" y="1731434"/>
                      <a:pt x="1333500" y="2235200"/>
                    </a:cubicBezTo>
                    <a:cubicBezTo>
                      <a:pt x="1079500" y="2738966"/>
                      <a:pt x="539750" y="2880783"/>
                      <a:pt x="0" y="30226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1F25067-178B-42FD-0BAB-317C26FAD233}"/>
                </a:ext>
              </a:extLst>
            </p:cNvPr>
            <p:cNvGrpSpPr/>
            <p:nvPr/>
          </p:nvGrpSpPr>
          <p:grpSpPr>
            <a:xfrm flipH="1">
              <a:off x="6600825" y="2336800"/>
              <a:ext cx="1571625" cy="3073400"/>
              <a:chOff x="4457700" y="2336800"/>
              <a:chExt cx="1571625" cy="307340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7E37D2AD-F8DE-CDC3-9CC0-AA04DE883BA7}"/>
                  </a:ext>
                </a:extLst>
              </p:cNvPr>
              <p:cNvSpPr/>
              <p:nvPr/>
            </p:nvSpPr>
            <p:spPr>
              <a:xfrm>
                <a:off x="4457700" y="2336800"/>
                <a:ext cx="1211781" cy="3073400"/>
              </a:xfrm>
              <a:custGeom>
                <a:avLst/>
                <a:gdLst>
                  <a:gd name="csX0" fmla="*/ 1155700 w 1211781"/>
                  <a:gd name="csY0" fmla="*/ 0 h 3073400"/>
                  <a:gd name="csX1" fmla="*/ 1079500 w 1211781"/>
                  <a:gd name="csY1" fmla="*/ 2133600 h 3073400"/>
                  <a:gd name="csX2" fmla="*/ 0 w 1211781"/>
                  <a:gd name="csY2" fmla="*/ 3073400 h 3073400"/>
                  <a:gd name="csX3" fmla="*/ 0 w 1211781"/>
                  <a:gd name="csY3" fmla="*/ 3073400 h 307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11781" h="3073400">
                    <a:moveTo>
                      <a:pt x="1155700" y="0"/>
                    </a:moveTo>
                    <a:cubicBezTo>
                      <a:pt x="1213908" y="810683"/>
                      <a:pt x="1272117" y="1621367"/>
                      <a:pt x="1079500" y="2133600"/>
                    </a:cubicBezTo>
                    <a:cubicBezTo>
                      <a:pt x="886883" y="2645833"/>
                      <a:pt x="0" y="3073400"/>
                      <a:pt x="0" y="3073400"/>
                    </a:cubicBezTo>
                    <a:lnTo>
                      <a:pt x="0" y="30734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FF6ED4F-6064-CD9C-89A5-D5EE59413BDE}"/>
                  </a:ext>
                </a:extLst>
              </p:cNvPr>
              <p:cNvSpPr/>
              <p:nvPr/>
            </p:nvSpPr>
            <p:spPr>
              <a:xfrm>
                <a:off x="4457701" y="2336800"/>
                <a:ext cx="1571624" cy="3073400"/>
              </a:xfrm>
              <a:custGeom>
                <a:avLst/>
                <a:gdLst>
                  <a:gd name="csX0" fmla="*/ 1524000 w 1545166"/>
                  <a:gd name="csY0" fmla="*/ 0 h 3022600"/>
                  <a:gd name="csX1" fmla="*/ 1333500 w 1545166"/>
                  <a:gd name="csY1" fmla="*/ 2235200 h 3022600"/>
                  <a:gd name="csX2" fmla="*/ 0 w 1545166"/>
                  <a:gd name="csY2" fmla="*/ 3022600 h 30226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45166" h="3022600">
                    <a:moveTo>
                      <a:pt x="1524000" y="0"/>
                    </a:moveTo>
                    <a:cubicBezTo>
                      <a:pt x="1555750" y="865717"/>
                      <a:pt x="1587500" y="1731434"/>
                      <a:pt x="1333500" y="2235200"/>
                    </a:cubicBezTo>
                    <a:cubicBezTo>
                      <a:pt x="1079500" y="2738966"/>
                      <a:pt x="539750" y="2880783"/>
                      <a:pt x="0" y="30226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702F97-A649-CE4D-8199-6F0C3BDAAD78}"/>
                </a:ext>
              </a:extLst>
            </p:cNvPr>
            <p:cNvSpPr/>
            <p:nvPr/>
          </p:nvSpPr>
          <p:spPr>
            <a:xfrm>
              <a:off x="5681663" y="2143124"/>
              <a:ext cx="1338262" cy="19367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12E6F1B-03E8-6BB3-C50C-140AB5796E92}"/>
              </a:ext>
            </a:extLst>
          </p:cNvPr>
          <p:cNvSpPr txBox="1"/>
          <p:nvPr/>
        </p:nvSpPr>
        <p:spPr>
          <a:xfrm>
            <a:off x="2307771" y="682171"/>
            <a:ext cx="15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Elephant Tusks</a:t>
            </a:r>
          </a:p>
        </p:txBody>
      </p:sp>
    </p:spTree>
    <p:extLst>
      <p:ext uri="{BB962C8B-B14F-4D97-AF65-F5344CB8AC3E}">
        <p14:creationId xmlns:p14="http://schemas.microsoft.com/office/powerpoint/2010/main" val="253770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21021F2-B53F-E736-2724-DC4266E12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21" y="1649730"/>
            <a:ext cx="4991100" cy="4991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B796B3-8219-3423-DDCE-5E20BA0D3393}"/>
              </a:ext>
            </a:extLst>
          </p:cNvPr>
          <p:cNvSpPr txBox="1"/>
          <p:nvPr/>
        </p:nvSpPr>
        <p:spPr>
          <a:xfrm>
            <a:off x="2705100" y="1200150"/>
            <a:ext cx="818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throne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0AF073-5D2C-DC73-3CDD-CEE36AF0A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673719"/>
            <a:ext cx="2943121" cy="29431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FD1E0C-099B-25DE-A746-0FAC4AE65430}"/>
              </a:ext>
            </a:extLst>
          </p:cNvPr>
          <p:cNvSpPr txBox="1"/>
          <p:nvPr/>
        </p:nvSpPr>
        <p:spPr>
          <a:xfrm>
            <a:off x="8605889" y="2304387"/>
            <a:ext cx="792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Crown</a:t>
            </a:r>
          </a:p>
        </p:txBody>
      </p:sp>
    </p:spTree>
    <p:extLst>
      <p:ext uri="{BB962C8B-B14F-4D97-AF65-F5344CB8AC3E}">
        <p14:creationId xmlns:p14="http://schemas.microsoft.com/office/powerpoint/2010/main" val="2012424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68A293-D389-9207-F94E-3821EBB1E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216183-A824-1ED3-6B1A-55D2EC97C4D0}"/>
              </a:ext>
            </a:extLst>
          </p:cNvPr>
          <p:cNvSpPr txBox="1"/>
          <p:nvPr/>
        </p:nvSpPr>
        <p:spPr>
          <a:xfrm>
            <a:off x="1924050" y="1123950"/>
            <a:ext cx="82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Flower</a:t>
            </a:r>
          </a:p>
        </p:txBody>
      </p:sp>
    </p:spTree>
    <p:extLst>
      <p:ext uri="{BB962C8B-B14F-4D97-AF65-F5344CB8AC3E}">
        <p14:creationId xmlns:p14="http://schemas.microsoft.com/office/powerpoint/2010/main" val="1104507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808EDA-EBDC-71D4-B31A-54F087956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8AE6C3-EEA6-A91D-690E-73F8CDE1F04D}"/>
              </a:ext>
            </a:extLst>
          </p:cNvPr>
          <p:cNvSpPr txBox="1"/>
          <p:nvPr/>
        </p:nvSpPr>
        <p:spPr>
          <a:xfrm>
            <a:off x="1566153" y="836579"/>
            <a:ext cx="91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Pavilion</a:t>
            </a:r>
          </a:p>
        </p:txBody>
      </p:sp>
    </p:spTree>
    <p:extLst>
      <p:ext uri="{BB962C8B-B14F-4D97-AF65-F5344CB8AC3E}">
        <p14:creationId xmlns:p14="http://schemas.microsoft.com/office/powerpoint/2010/main" val="1457060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 Sivaraman</dc:creator>
  <cp:lastModifiedBy>Karthi Sivaraman</cp:lastModifiedBy>
  <cp:revision>1</cp:revision>
  <dcterms:created xsi:type="dcterms:W3CDTF">2026-06-10T01:20:05Z</dcterms:created>
  <dcterms:modified xsi:type="dcterms:W3CDTF">2026-06-10T01:44:37Z</dcterms:modified>
</cp:coreProperties>
</file>